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oliday" charset="1" panose="00000000000000000000"/>
      <p:regular r:id="rId16"/>
    </p:embeddedFont>
    <p:embeddedFont>
      <p:font typeface="Poppins Bold" charset="1" panose="00000800000000000000"/>
      <p:regular r:id="rId17"/>
    </p:embeddedFont>
    <p:embeddedFont>
      <p:font typeface="Poppins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0.jpeg" Type="http://schemas.openxmlformats.org/officeDocument/2006/relationships/image"/><Relationship Id="rId5" Target="../media/image9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Relationship Id="rId6" Target="../media/image9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61" t="-1888" r="0" b="-1305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8001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99369" y="1028700"/>
            <a:ext cx="559075" cy="798678"/>
          </a:xfrm>
          <a:custGeom>
            <a:avLst/>
            <a:gdLst/>
            <a:ahLst/>
            <a:cxnLst/>
            <a:rect r="r" b="b" t="t" l="l"/>
            <a:pathLst>
              <a:path h="798678" w="559075">
                <a:moveTo>
                  <a:pt x="0" y="0"/>
                </a:moveTo>
                <a:lnTo>
                  <a:pt x="559074" y="0"/>
                </a:lnTo>
                <a:lnTo>
                  <a:pt x="559074" y="798678"/>
                </a:lnTo>
                <a:lnTo>
                  <a:pt x="0" y="7986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609920" y="8415777"/>
            <a:ext cx="2762966" cy="842523"/>
            <a:chOff x="0" y="0"/>
            <a:chExt cx="727695" cy="2218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7695" cy="221899"/>
            </a:xfrm>
            <a:custGeom>
              <a:avLst/>
              <a:gdLst/>
              <a:ahLst/>
              <a:cxnLst/>
              <a:rect r="r" b="b" t="t" l="l"/>
              <a:pathLst>
                <a:path h="221899" w="727695">
                  <a:moveTo>
                    <a:pt x="110950" y="0"/>
                  </a:moveTo>
                  <a:lnTo>
                    <a:pt x="616745" y="0"/>
                  </a:lnTo>
                  <a:cubicBezTo>
                    <a:pt x="646171" y="0"/>
                    <a:pt x="674391" y="11689"/>
                    <a:pt x="695198" y="32496"/>
                  </a:cubicBezTo>
                  <a:cubicBezTo>
                    <a:pt x="716005" y="53303"/>
                    <a:pt x="727695" y="81524"/>
                    <a:pt x="727695" y="110950"/>
                  </a:cubicBezTo>
                  <a:lnTo>
                    <a:pt x="727695" y="110950"/>
                  </a:lnTo>
                  <a:cubicBezTo>
                    <a:pt x="727695" y="140375"/>
                    <a:pt x="716005" y="168596"/>
                    <a:pt x="695198" y="189403"/>
                  </a:cubicBezTo>
                  <a:cubicBezTo>
                    <a:pt x="674391" y="210210"/>
                    <a:pt x="646171" y="221899"/>
                    <a:pt x="616745" y="221899"/>
                  </a:cubicBezTo>
                  <a:lnTo>
                    <a:pt x="110950" y="221899"/>
                  </a:lnTo>
                  <a:cubicBezTo>
                    <a:pt x="81524" y="221899"/>
                    <a:pt x="53303" y="210210"/>
                    <a:pt x="32496" y="189403"/>
                  </a:cubicBezTo>
                  <a:cubicBezTo>
                    <a:pt x="11689" y="168596"/>
                    <a:pt x="0" y="140375"/>
                    <a:pt x="0" y="110950"/>
                  </a:cubicBezTo>
                  <a:lnTo>
                    <a:pt x="0" y="110950"/>
                  </a:lnTo>
                  <a:cubicBezTo>
                    <a:pt x="0" y="81524"/>
                    <a:pt x="11689" y="53303"/>
                    <a:pt x="32496" y="32496"/>
                  </a:cubicBezTo>
                  <a:cubicBezTo>
                    <a:pt x="53303" y="11689"/>
                    <a:pt x="81524" y="0"/>
                    <a:pt x="110950" y="0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727695" cy="279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609920" y="2484311"/>
            <a:ext cx="646683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>
                <a:solidFill>
                  <a:srgbClr val="E2B093"/>
                </a:solidFill>
                <a:latin typeface="Holiday"/>
                <a:ea typeface="Holiday"/>
                <a:cs typeface="Holiday"/>
                <a:sym typeface="Holiday"/>
              </a:rPr>
              <a:t>Hair Treatment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09920" y="3303035"/>
            <a:ext cx="8308555" cy="2430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32"/>
              </a:lnSpc>
            </a:pPr>
            <a:r>
              <a:rPr lang="en-US" sz="13451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SALON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09920" y="6478535"/>
            <a:ext cx="5801608" cy="1552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1799">
                <a:solidFill>
                  <a:srgbClr val="FFFFFF">
                    <a:alpha val="6274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09920" y="5965646"/>
            <a:ext cx="552593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Hair Treatment Salon Presentation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17277" y="1211821"/>
            <a:ext cx="254137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Hair Treatment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78906" y="8619394"/>
            <a:ext cx="190406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Start Now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1999755"/>
            <a:ext cx="8701799" cy="6287490"/>
            <a:chOff x="0" y="0"/>
            <a:chExt cx="11602398" cy="838332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895" t="0" r="3895" b="0"/>
            <a:stretch>
              <a:fillRect/>
            </a:stretch>
          </p:blipFill>
          <p:spPr>
            <a:xfrm flipH="false" flipV="false">
              <a:off x="0" y="0"/>
              <a:ext cx="11602398" cy="838332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1118149" y="469798"/>
            <a:ext cx="559075" cy="798678"/>
          </a:xfrm>
          <a:custGeom>
            <a:avLst/>
            <a:gdLst/>
            <a:ahLst/>
            <a:cxnLst/>
            <a:rect r="r" b="b" t="t" l="l"/>
            <a:pathLst>
              <a:path h="798678" w="559075">
                <a:moveTo>
                  <a:pt x="0" y="0"/>
                </a:moveTo>
                <a:lnTo>
                  <a:pt x="559075" y="0"/>
                </a:lnTo>
                <a:lnTo>
                  <a:pt x="559075" y="798678"/>
                </a:lnTo>
                <a:lnTo>
                  <a:pt x="0" y="7986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04347" y="7899172"/>
            <a:ext cx="4229616" cy="3357258"/>
          </a:xfrm>
          <a:custGeom>
            <a:avLst/>
            <a:gdLst/>
            <a:ahLst/>
            <a:cxnLst/>
            <a:rect r="r" b="b" t="t" l="l"/>
            <a:pathLst>
              <a:path h="3357258" w="4229616">
                <a:moveTo>
                  <a:pt x="0" y="0"/>
                </a:moveTo>
                <a:lnTo>
                  <a:pt x="4229616" y="0"/>
                </a:lnTo>
                <a:lnTo>
                  <a:pt x="4229616" y="3357257"/>
                </a:lnTo>
                <a:lnTo>
                  <a:pt x="0" y="33572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702570" y="1866405"/>
            <a:ext cx="4806536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19"/>
              </a:lnSpc>
            </a:pPr>
            <a:r>
              <a:rPr lang="en-US" sz="6799">
                <a:solidFill>
                  <a:srgbClr val="1E1215"/>
                </a:solidFill>
                <a:latin typeface="Holiday"/>
                <a:ea typeface="Holiday"/>
                <a:cs typeface="Holiday"/>
                <a:sym typeface="Holiday"/>
              </a:rPr>
              <a:t>Hair Treatment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02570" y="2525904"/>
            <a:ext cx="7258248" cy="147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4"/>
              </a:lnSpc>
            </a:pPr>
            <a:r>
              <a:rPr lang="en-US" sz="8146" b="true">
                <a:solidFill>
                  <a:srgbClr val="816053"/>
                </a:solidFill>
                <a:latin typeface="Poppins Bold"/>
                <a:ea typeface="Poppins Bold"/>
                <a:cs typeface="Poppins Bold"/>
                <a:sym typeface="Poppins Bold"/>
              </a:rPr>
              <a:t>OUR STORY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02570" y="5562714"/>
            <a:ext cx="6443544" cy="2724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1799">
                <a:solidFill>
                  <a:srgbClr val="404041">
                    <a:alpha val="6274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veniam.</a:t>
            </a:r>
          </a:p>
          <a:p>
            <a:pPr algn="l">
              <a:lnSpc>
                <a:spcPts val="3131"/>
              </a:lnSpc>
            </a:pPr>
          </a:p>
          <a:p>
            <a:pPr algn="l">
              <a:lnSpc>
                <a:spcPts val="3131"/>
              </a:lnSpc>
            </a:pPr>
            <a:r>
              <a:rPr lang="en-US" sz="1799">
                <a:solidFill>
                  <a:srgbClr val="404041">
                    <a:alpha val="6274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02570" y="4885454"/>
            <a:ext cx="552593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404041"/>
                </a:solidFill>
                <a:latin typeface="Poppins Bold"/>
                <a:ea typeface="Poppins Bold"/>
                <a:cs typeface="Poppins Bold"/>
                <a:sym typeface="Poppins Bold"/>
              </a:rPr>
              <a:t>Hair Treatment Salon Presentation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27829" y="652920"/>
            <a:ext cx="254137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816053"/>
                </a:solidFill>
                <a:latin typeface="Poppins Bold"/>
                <a:ea typeface="Poppins Bold"/>
                <a:cs typeface="Poppins Bold"/>
                <a:sym typeface="Poppins Bold"/>
              </a:rPr>
              <a:t>Hair Treatment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202516"/>
            <a:ext cx="501433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308">
                <a:solidFill>
                  <a:srgbClr val="816053"/>
                </a:solidFill>
                <a:latin typeface="Poppins Bold"/>
                <a:ea typeface="Poppins Bold"/>
                <a:cs typeface="Poppins Bold"/>
                <a:sym typeface="Poppins Bold"/>
              </a:rPr>
              <a:t>www.reallygreatsite.com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8149" y="469798"/>
            <a:ext cx="559075" cy="798678"/>
          </a:xfrm>
          <a:custGeom>
            <a:avLst/>
            <a:gdLst/>
            <a:ahLst/>
            <a:cxnLst/>
            <a:rect r="r" b="b" t="t" l="l"/>
            <a:pathLst>
              <a:path h="798678" w="559075">
                <a:moveTo>
                  <a:pt x="0" y="0"/>
                </a:moveTo>
                <a:lnTo>
                  <a:pt x="559075" y="0"/>
                </a:lnTo>
                <a:lnTo>
                  <a:pt x="559075" y="798678"/>
                </a:lnTo>
                <a:lnTo>
                  <a:pt x="0" y="7986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 flipH="false" flipV="false" rot="0">
            <a:off x="15904347" y="7899172"/>
            <a:ext cx="4229616" cy="3357258"/>
          </a:xfrm>
          <a:custGeom>
            <a:avLst/>
            <a:gdLst/>
            <a:ahLst/>
            <a:cxnLst/>
            <a:rect r="r" b="b" t="t" l="l"/>
            <a:pathLst>
              <a:path h="3357258" w="4229616">
                <a:moveTo>
                  <a:pt x="0" y="0"/>
                </a:moveTo>
                <a:lnTo>
                  <a:pt x="4229616" y="0"/>
                </a:lnTo>
                <a:lnTo>
                  <a:pt x="4229616" y="3357257"/>
                </a:lnTo>
                <a:lnTo>
                  <a:pt x="0" y="33572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7686" y="7463807"/>
            <a:ext cx="417015" cy="396686"/>
          </a:xfrm>
          <a:custGeom>
            <a:avLst/>
            <a:gdLst/>
            <a:ahLst/>
            <a:cxnLst/>
            <a:rect r="r" b="b" t="t" l="l"/>
            <a:pathLst>
              <a:path h="396686" w="417015">
                <a:moveTo>
                  <a:pt x="0" y="0"/>
                </a:moveTo>
                <a:lnTo>
                  <a:pt x="417016" y="0"/>
                </a:lnTo>
                <a:lnTo>
                  <a:pt x="417016" y="396686"/>
                </a:lnTo>
                <a:lnTo>
                  <a:pt x="0" y="3966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026810" y="7463807"/>
            <a:ext cx="417015" cy="396686"/>
          </a:xfrm>
          <a:custGeom>
            <a:avLst/>
            <a:gdLst/>
            <a:ahLst/>
            <a:cxnLst/>
            <a:rect r="r" b="b" t="t" l="l"/>
            <a:pathLst>
              <a:path h="396686" w="417015">
                <a:moveTo>
                  <a:pt x="0" y="0"/>
                </a:moveTo>
                <a:lnTo>
                  <a:pt x="417016" y="0"/>
                </a:lnTo>
                <a:lnTo>
                  <a:pt x="417016" y="396686"/>
                </a:lnTo>
                <a:lnTo>
                  <a:pt x="0" y="3966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27829" y="652920"/>
            <a:ext cx="254137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816053"/>
                </a:solidFill>
                <a:latin typeface="Poppins Bold"/>
                <a:ea typeface="Poppins Bold"/>
                <a:cs typeface="Poppins Bold"/>
                <a:sym typeface="Poppins Bold"/>
              </a:rPr>
              <a:t>Hair Treatment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202516"/>
            <a:ext cx="501433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308">
                <a:solidFill>
                  <a:srgbClr val="816053"/>
                </a:solidFill>
                <a:latin typeface="Poppins Bold"/>
                <a:ea typeface="Poppins Bold"/>
                <a:cs typeface="Poppins Bold"/>
                <a:sym typeface="Poppins Bold"/>
              </a:rPr>
              <a:t>www.reallygreatsite.com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97686" y="2075869"/>
            <a:ext cx="4806536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19"/>
              </a:lnSpc>
            </a:pPr>
            <a:r>
              <a:rPr lang="en-US" sz="6799">
                <a:solidFill>
                  <a:srgbClr val="1E1215"/>
                </a:solidFill>
                <a:latin typeface="Holiday"/>
                <a:ea typeface="Holiday"/>
                <a:cs typeface="Holiday"/>
                <a:sym typeface="Holiday"/>
              </a:rPr>
              <a:t>Hair Salon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7686" y="2735368"/>
            <a:ext cx="7258248" cy="147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4"/>
              </a:lnSpc>
            </a:pPr>
            <a:r>
              <a:rPr lang="en-US" sz="8146" b="true">
                <a:solidFill>
                  <a:srgbClr val="816053"/>
                </a:solidFill>
                <a:latin typeface="Poppins Bold"/>
                <a:ea typeface="Poppins Bold"/>
                <a:cs typeface="Poppins Bold"/>
                <a:sym typeface="Poppins Bold"/>
              </a:rPr>
              <a:t>SERVICES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7686" y="5567950"/>
            <a:ext cx="6443544" cy="1162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1799">
                <a:solidFill>
                  <a:srgbClr val="404041">
                    <a:alpha val="6274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7686" y="4890691"/>
            <a:ext cx="552593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404041"/>
                </a:solidFill>
                <a:latin typeface="Poppins Bold"/>
                <a:ea typeface="Poppins Bold"/>
                <a:cs typeface="Poppins Bold"/>
                <a:sym typeface="Poppins Bold"/>
              </a:rPr>
              <a:t>Hair Treatment Salon Presentation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55972" y="7445932"/>
            <a:ext cx="24132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404041"/>
                </a:solidFill>
                <a:latin typeface="Poppins Bold"/>
                <a:ea typeface="Poppins Bold"/>
                <a:cs typeface="Poppins Bold"/>
                <a:sym typeface="Poppins Bold"/>
              </a:rPr>
              <a:t>Hair Treatment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85096" y="7445932"/>
            <a:ext cx="24132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404041"/>
                </a:solidFill>
                <a:latin typeface="Poppins Bold"/>
                <a:ea typeface="Poppins Bold"/>
                <a:cs typeface="Poppins Bold"/>
                <a:sym typeface="Poppins Bold"/>
              </a:rPr>
              <a:t>Hair Coloring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8149" y="469798"/>
            <a:ext cx="559075" cy="798678"/>
          </a:xfrm>
          <a:custGeom>
            <a:avLst/>
            <a:gdLst/>
            <a:ahLst/>
            <a:cxnLst/>
            <a:rect r="r" b="b" t="t" l="l"/>
            <a:pathLst>
              <a:path h="798678" w="559075">
                <a:moveTo>
                  <a:pt x="0" y="0"/>
                </a:moveTo>
                <a:lnTo>
                  <a:pt x="559075" y="0"/>
                </a:lnTo>
                <a:lnTo>
                  <a:pt x="559075" y="798678"/>
                </a:lnTo>
                <a:lnTo>
                  <a:pt x="0" y="7986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943415"/>
            <a:ext cx="4023774" cy="6400169"/>
            <a:chOff x="0" y="0"/>
            <a:chExt cx="5365032" cy="8533559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2847" t="0" r="2847" b="0"/>
            <a:stretch>
              <a:fillRect/>
            </a:stretch>
          </p:blipFill>
          <p:spPr>
            <a:xfrm flipH="false" flipV="false">
              <a:off x="0" y="0"/>
              <a:ext cx="5365032" cy="8533559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5380892" y="1943415"/>
            <a:ext cx="4023774" cy="6400169"/>
            <a:chOff x="0" y="0"/>
            <a:chExt cx="5365032" cy="8533559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5"/>
            <a:srcRect l="29043" t="0" r="29043" b="0"/>
            <a:stretch>
              <a:fillRect/>
            </a:stretch>
          </p:blipFill>
          <p:spPr>
            <a:xfrm flipH="false" flipV="false">
              <a:off x="0" y="0"/>
              <a:ext cx="5365032" cy="8533559"/>
            </a:xfrm>
            <a:prstGeom prst="rect">
              <a:avLst/>
            </a:prstGeom>
          </p:spPr>
        </p:pic>
      </p:grpSp>
      <p:sp>
        <p:nvSpPr>
          <p:cNvPr name="Freeform 7" id="7"/>
          <p:cNvSpPr/>
          <p:nvPr/>
        </p:nvSpPr>
        <p:spPr>
          <a:xfrm flipH="false" flipV="false" rot="0">
            <a:off x="16173192" y="-1068668"/>
            <a:ext cx="4229616" cy="3357258"/>
          </a:xfrm>
          <a:custGeom>
            <a:avLst/>
            <a:gdLst/>
            <a:ahLst/>
            <a:cxnLst/>
            <a:rect r="r" b="b" t="t" l="l"/>
            <a:pathLst>
              <a:path h="3357258" w="4229616">
                <a:moveTo>
                  <a:pt x="0" y="0"/>
                </a:moveTo>
                <a:lnTo>
                  <a:pt x="4229616" y="0"/>
                </a:lnTo>
                <a:lnTo>
                  <a:pt x="4229616" y="3357257"/>
                </a:lnTo>
                <a:lnTo>
                  <a:pt x="0" y="33572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760907" y="7087905"/>
            <a:ext cx="1212563" cy="12125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1605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917873" y="7244872"/>
            <a:ext cx="898630" cy="898630"/>
          </a:xfrm>
          <a:custGeom>
            <a:avLst/>
            <a:gdLst/>
            <a:ahLst/>
            <a:cxnLst/>
            <a:rect r="r" b="b" t="t" l="l"/>
            <a:pathLst>
              <a:path h="898630" w="898630">
                <a:moveTo>
                  <a:pt x="0" y="0"/>
                </a:moveTo>
                <a:lnTo>
                  <a:pt x="898630" y="0"/>
                </a:lnTo>
                <a:lnTo>
                  <a:pt x="898630" y="898630"/>
                </a:lnTo>
                <a:lnTo>
                  <a:pt x="0" y="8986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27829" y="652920"/>
            <a:ext cx="254137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816053"/>
                </a:solidFill>
                <a:latin typeface="Poppins Bold"/>
                <a:ea typeface="Poppins Bold"/>
                <a:cs typeface="Poppins Bold"/>
                <a:sym typeface="Poppins Bold"/>
              </a:rPr>
              <a:t>Hair Treatment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202516"/>
            <a:ext cx="501433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308">
                <a:solidFill>
                  <a:srgbClr val="816053"/>
                </a:solidFill>
                <a:latin typeface="Poppins Bold"/>
                <a:ea typeface="Poppins Bold"/>
                <a:cs typeface="Poppins Bold"/>
                <a:sym typeface="Poppins Bold"/>
              </a:rPr>
              <a:t>www.reallygreatsite.com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60907" y="1810065"/>
            <a:ext cx="4806536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19"/>
              </a:lnSpc>
            </a:pPr>
            <a:r>
              <a:rPr lang="en-US" sz="6799">
                <a:solidFill>
                  <a:srgbClr val="1E1215"/>
                </a:solidFill>
                <a:latin typeface="Holiday"/>
                <a:ea typeface="Holiday"/>
                <a:cs typeface="Holiday"/>
                <a:sym typeface="Holiday"/>
              </a:rPr>
              <a:t>Hair Treatment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60907" y="2469564"/>
            <a:ext cx="7258248" cy="147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4"/>
              </a:lnSpc>
            </a:pPr>
            <a:r>
              <a:rPr lang="en-US" sz="8146" b="true">
                <a:solidFill>
                  <a:srgbClr val="816053"/>
                </a:solidFill>
                <a:latin typeface="Poppins Bold"/>
                <a:ea typeface="Poppins Bold"/>
                <a:cs typeface="Poppins Bold"/>
                <a:sym typeface="Poppins Bold"/>
              </a:rPr>
              <a:t>OUR STORY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60907" y="4940897"/>
            <a:ext cx="6443544" cy="1162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1799">
                <a:solidFill>
                  <a:srgbClr val="404041">
                    <a:alpha val="6274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97320" y="7461286"/>
            <a:ext cx="5035482" cy="771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1799">
                <a:solidFill>
                  <a:srgbClr val="404041">
                    <a:alpha val="6274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60907" y="4385952"/>
            <a:ext cx="552593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404041"/>
                </a:solidFill>
                <a:latin typeface="Poppins Bold"/>
                <a:ea typeface="Poppins Bold"/>
                <a:cs typeface="Poppins Bold"/>
                <a:sym typeface="Poppins Bold"/>
              </a:rPr>
              <a:t>Hair Treatment Salon 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97320" y="7028654"/>
            <a:ext cx="360702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404041"/>
                </a:solidFill>
                <a:latin typeface="Poppins Bold"/>
                <a:ea typeface="Poppins Bold"/>
                <a:cs typeface="Poppins Bold"/>
                <a:sym typeface="Poppins Bold"/>
              </a:rPr>
              <a:t>Best Hair Salon In Town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1845" y="3917803"/>
            <a:ext cx="3004310" cy="4080557"/>
          </a:xfrm>
          <a:custGeom>
            <a:avLst/>
            <a:gdLst/>
            <a:ahLst/>
            <a:cxnLst/>
            <a:rect r="r" b="b" t="t" l="l"/>
            <a:pathLst>
              <a:path h="4080557" w="3004310">
                <a:moveTo>
                  <a:pt x="0" y="0"/>
                </a:moveTo>
                <a:lnTo>
                  <a:pt x="3004310" y="0"/>
                </a:lnTo>
                <a:lnTo>
                  <a:pt x="3004310" y="4080557"/>
                </a:lnTo>
                <a:lnTo>
                  <a:pt x="0" y="4080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8149" y="469798"/>
            <a:ext cx="559075" cy="798678"/>
          </a:xfrm>
          <a:custGeom>
            <a:avLst/>
            <a:gdLst/>
            <a:ahLst/>
            <a:cxnLst/>
            <a:rect r="r" b="b" t="t" l="l"/>
            <a:pathLst>
              <a:path h="798678" w="559075">
                <a:moveTo>
                  <a:pt x="0" y="0"/>
                </a:moveTo>
                <a:lnTo>
                  <a:pt x="559075" y="0"/>
                </a:lnTo>
                <a:lnTo>
                  <a:pt x="559075" y="798678"/>
                </a:lnTo>
                <a:lnTo>
                  <a:pt x="0" y="7986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77625" y="7184544"/>
            <a:ext cx="4737575" cy="1054111"/>
          </a:xfrm>
          <a:custGeom>
            <a:avLst/>
            <a:gdLst/>
            <a:ahLst/>
            <a:cxnLst/>
            <a:rect r="r" b="b" t="t" l="l"/>
            <a:pathLst>
              <a:path h="1054111" w="4737575">
                <a:moveTo>
                  <a:pt x="0" y="0"/>
                </a:moveTo>
                <a:lnTo>
                  <a:pt x="4737575" y="0"/>
                </a:lnTo>
                <a:lnTo>
                  <a:pt x="4737575" y="1054111"/>
                </a:lnTo>
                <a:lnTo>
                  <a:pt x="0" y="1054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4006743" y="4980554"/>
            <a:ext cx="3308457" cy="736132"/>
          </a:xfrm>
          <a:custGeom>
            <a:avLst/>
            <a:gdLst/>
            <a:ahLst/>
            <a:cxnLst/>
            <a:rect r="r" b="b" t="t" l="l"/>
            <a:pathLst>
              <a:path h="736132" w="3308457">
                <a:moveTo>
                  <a:pt x="0" y="736132"/>
                </a:moveTo>
                <a:lnTo>
                  <a:pt x="3308457" y="736132"/>
                </a:lnTo>
                <a:lnTo>
                  <a:pt x="3308457" y="0"/>
                </a:lnTo>
                <a:lnTo>
                  <a:pt x="0" y="0"/>
                </a:lnTo>
                <a:lnTo>
                  <a:pt x="0" y="73613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70005" y="7184544"/>
            <a:ext cx="4382879" cy="975191"/>
          </a:xfrm>
          <a:custGeom>
            <a:avLst/>
            <a:gdLst/>
            <a:ahLst/>
            <a:cxnLst/>
            <a:rect r="r" b="b" t="t" l="l"/>
            <a:pathLst>
              <a:path h="975191" w="4382879">
                <a:moveTo>
                  <a:pt x="4382880" y="0"/>
                </a:moveTo>
                <a:lnTo>
                  <a:pt x="0" y="0"/>
                </a:lnTo>
                <a:lnTo>
                  <a:pt x="0" y="975191"/>
                </a:lnTo>
                <a:lnTo>
                  <a:pt x="4382880" y="975191"/>
                </a:lnTo>
                <a:lnTo>
                  <a:pt x="438288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0970005" y="5031536"/>
            <a:ext cx="3079324" cy="685150"/>
          </a:xfrm>
          <a:custGeom>
            <a:avLst/>
            <a:gdLst/>
            <a:ahLst/>
            <a:cxnLst/>
            <a:rect r="r" b="b" t="t" l="l"/>
            <a:pathLst>
              <a:path h="685150" w="3079324">
                <a:moveTo>
                  <a:pt x="3079324" y="685150"/>
                </a:moveTo>
                <a:lnTo>
                  <a:pt x="0" y="685150"/>
                </a:lnTo>
                <a:lnTo>
                  <a:pt x="0" y="0"/>
                </a:lnTo>
                <a:lnTo>
                  <a:pt x="3079324" y="0"/>
                </a:lnTo>
                <a:lnTo>
                  <a:pt x="3079324" y="68515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27829" y="652920"/>
            <a:ext cx="254137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816053"/>
                </a:solidFill>
                <a:latin typeface="Poppins Bold"/>
                <a:ea typeface="Poppins Bold"/>
                <a:cs typeface="Poppins Bold"/>
                <a:sym typeface="Poppins Bold"/>
              </a:rPr>
              <a:t>Hair Treatment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36831" y="9202516"/>
            <a:ext cx="501433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308">
                <a:solidFill>
                  <a:srgbClr val="816053"/>
                </a:solidFill>
                <a:latin typeface="Poppins Bold"/>
                <a:ea typeface="Poppins Bold"/>
                <a:cs typeface="Poppins Bold"/>
                <a:sym typeface="Poppins Bold"/>
              </a:rPr>
              <a:t>www.reallygreatsite.com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40732" y="1135126"/>
            <a:ext cx="4806536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799">
                <a:solidFill>
                  <a:srgbClr val="1E1215"/>
                </a:solidFill>
                <a:latin typeface="Holiday"/>
                <a:ea typeface="Holiday"/>
                <a:cs typeface="Holiday"/>
                <a:sym typeface="Holiday"/>
              </a:rPr>
              <a:t>About Our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87506" y="1794625"/>
            <a:ext cx="10712988" cy="147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4"/>
              </a:lnSpc>
            </a:pPr>
            <a:r>
              <a:rPr lang="en-US" b="true" sz="8146">
                <a:solidFill>
                  <a:srgbClr val="816053"/>
                </a:solidFill>
                <a:latin typeface="Poppins Bold"/>
                <a:ea typeface="Poppins Bold"/>
                <a:cs typeface="Poppins Bold"/>
                <a:sym typeface="Poppins Bold"/>
              </a:rPr>
              <a:t>VITAMIN CONTENT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64582" y="7455922"/>
            <a:ext cx="360702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404041"/>
                </a:solidFill>
                <a:latin typeface="Poppins Bold"/>
                <a:ea typeface="Poppins Bold"/>
                <a:cs typeface="Poppins Bold"/>
                <a:sym typeface="Poppins Bold"/>
              </a:rPr>
              <a:t>Healthy Hair Roots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77625" y="7455922"/>
            <a:ext cx="378316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404041"/>
                </a:solidFill>
                <a:latin typeface="Poppins Bold"/>
                <a:ea typeface="Poppins Bold"/>
                <a:cs typeface="Poppins Bold"/>
                <a:sym typeface="Poppins Bold"/>
              </a:rPr>
              <a:t>Strong And Smooth Hairs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51169" y="4522123"/>
            <a:ext cx="3607027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404041"/>
                </a:solidFill>
                <a:latin typeface="Poppins Bold"/>
                <a:ea typeface="Poppins Bold"/>
                <a:cs typeface="Poppins Bold"/>
                <a:sym typeface="Poppins Bold"/>
              </a:rPr>
              <a:t>Good Vitamin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78285" y="4522123"/>
            <a:ext cx="2458546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404041"/>
                </a:solidFill>
                <a:latin typeface="Poppins Bold"/>
                <a:ea typeface="Poppins Bold"/>
                <a:cs typeface="Poppins Bold"/>
                <a:sym typeface="Poppins Bold"/>
              </a:rPr>
              <a:t>Anti Dandruff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6173192" y="-1068668"/>
            <a:ext cx="4229616" cy="3357258"/>
          </a:xfrm>
          <a:custGeom>
            <a:avLst/>
            <a:gdLst/>
            <a:ahLst/>
            <a:cxnLst/>
            <a:rect r="r" b="b" t="t" l="l"/>
            <a:pathLst>
              <a:path h="3357258" w="4229616">
                <a:moveTo>
                  <a:pt x="0" y="0"/>
                </a:moveTo>
                <a:lnTo>
                  <a:pt x="4229616" y="0"/>
                </a:lnTo>
                <a:lnTo>
                  <a:pt x="4229616" y="3357257"/>
                </a:lnTo>
                <a:lnTo>
                  <a:pt x="0" y="33572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853406"/>
            <a:ext cx="18288000" cy="3404894"/>
            <a:chOff x="0" y="0"/>
            <a:chExt cx="24384000" cy="4539858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36027" r="0" b="36027"/>
            <a:stretch>
              <a:fillRect/>
            </a:stretch>
          </p:blipFill>
          <p:spPr>
            <a:xfrm flipH="false" flipV="false">
              <a:off x="0" y="0"/>
              <a:ext cx="24384000" cy="4539858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1118149" y="469798"/>
            <a:ext cx="559075" cy="798678"/>
          </a:xfrm>
          <a:custGeom>
            <a:avLst/>
            <a:gdLst/>
            <a:ahLst/>
            <a:cxnLst/>
            <a:rect r="r" b="b" t="t" l="l"/>
            <a:pathLst>
              <a:path h="798678" w="559075">
                <a:moveTo>
                  <a:pt x="0" y="0"/>
                </a:moveTo>
                <a:lnTo>
                  <a:pt x="559075" y="0"/>
                </a:lnTo>
                <a:lnTo>
                  <a:pt x="559075" y="798678"/>
                </a:lnTo>
                <a:lnTo>
                  <a:pt x="0" y="7986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27829" y="652920"/>
            <a:ext cx="254137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816053"/>
                </a:solidFill>
                <a:latin typeface="Poppins Bold"/>
                <a:ea typeface="Poppins Bold"/>
                <a:cs typeface="Poppins Bold"/>
                <a:sym typeface="Poppins Bold"/>
              </a:rPr>
              <a:t>Hair Treatment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7686" y="2231806"/>
            <a:ext cx="4806536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19"/>
              </a:lnSpc>
            </a:pPr>
            <a:r>
              <a:rPr lang="en-US" sz="6799">
                <a:solidFill>
                  <a:srgbClr val="1E1215"/>
                </a:solidFill>
                <a:latin typeface="Holiday"/>
                <a:ea typeface="Holiday"/>
                <a:cs typeface="Holiday"/>
                <a:sym typeface="Holiday"/>
              </a:rPr>
              <a:t>About Salon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30972" y="3253455"/>
            <a:ext cx="4011212" cy="1552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1799">
                <a:solidFill>
                  <a:srgbClr val="404041">
                    <a:alpha val="6274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48088" y="3253455"/>
            <a:ext cx="4011212" cy="1552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1799">
                <a:solidFill>
                  <a:srgbClr val="404041">
                    <a:alpha val="6274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30972" y="2698510"/>
            <a:ext cx="401121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404041"/>
                </a:solidFill>
                <a:latin typeface="Poppins Bold"/>
                <a:ea typeface="Poppins Bold"/>
                <a:cs typeface="Poppins Bold"/>
                <a:sym typeface="Poppins Bold"/>
              </a:rPr>
              <a:t>Hair Treatment Package 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39000" y="2667366"/>
            <a:ext cx="4161649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404041"/>
                </a:solidFill>
                <a:latin typeface="Poppins Bold"/>
                <a:ea typeface="Poppins Bold"/>
                <a:cs typeface="Poppins Bold"/>
                <a:sym typeface="Poppins Bold"/>
              </a:rPr>
              <a:t>Hair Treatment Package 2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173192" y="-1068668"/>
            <a:ext cx="4229616" cy="3357258"/>
          </a:xfrm>
          <a:custGeom>
            <a:avLst/>
            <a:gdLst/>
            <a:ahLst/>
            <a:cxnLst/>
            <a:rect r="r" b="b" t="t" l="l"/>
            <a:pathLst>
              <a:path h="3357258" w="4229616">
                <a:moveTo>
                  <a:pt x="0" y="0"/>
                </a:moveTo>
                <a:lnTo>
                  <a:pt x="4229616" y="0"/>
                </a:lnTo>
                <a:lnTo>
                  <a:pt x="4229616" y="3357257"/>
                </a:lnTo>
                <a:lnTo>
                  <a:pt x="0" y="33572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97686" y="2891305"/>
            <a:ext cx="7258248" cy="147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4"/>
              </a:lnSpc>
            </a:pPr>
            <a:r>
              <a:rPr lang="en-US" sz="8146" b="true">
                <a:solidFill>
                  <a:srgbClr val="816053"/>
                </a:solidFill>
                <a:latin typeface="Poppins Bold"/>
                <a:ea typeface="Poppins Bold"/>
                <a:cs typeface="Poppins Bold"/>
                <a:sym typeface="Poppins Bold"/>
              </a:rPr>
              <a:t>PACKAGE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50765" y="1028700"/>
            <a:ext cx="7937235" cy="3737122"/>
            <a:chOff x="0" y="0"/>
            <a:chExt cx="10582980" cy="4982829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3989" r="0" b="13989"/>
            <a:stretch>
              <a:fillRect/>
            </a:stretch>
          </p:blipFill>
          <p:spPr>
            <a:xfrm flipH="false" flipV="false">
              <a:off x="0" y="0"/>
              <a:ext cx="10582980" cy="4982829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0350765" y="5143500"/>
            <a:ext cx="7937235" cy="4114800"/>
            <a:chOff x="0" y="0"/>
            <a:chExt cx="10582980" cy="548640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t="11094" r="0" b="11094"/>
            <a:stretch>
              <a:fillRect/>
            </a:stretch>
          </p:blipFill>
          <p:spPr>
            <a:xfrm flipH="false" flipV="false">
              <a:off x="0" y="0"/>
              <a:ext cx="10582980" cy="5486400"/>
            </a:xfrm>
            <a:prstGeom prst="rect">
              <a:avLst/>
            </a:prstGeom>
          </p:spPr>
        </p:pic>
      </p:grpSp>
      <p:sp>
        <p:nvSpPr>
          <p:cNvPr name="TextBox 6" id="6"/>
          <p:cNvSpPr txBox="true"/>
          <p:nvPr/>
        </p:nvSpPr>
        <p:spPr>
          <a:xfrm rot="0">
            <a:off x="1397686" y="2184513"/>
            <a:ext cx="6824048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19"/>
              </a:lnSpc>
            </a:pPr>
            <a:r>
              <a:rPr lang="en-US" sz="6799">
                <a:solidFill>
                  <a:srgbClr val="1E1215"/>
                </a:solidFill>
                <a:latin typeface="Holiday"/>
                <a:ea typeface="Holiday"/>
                <a:cs typeface="Holiday"/>
                <a:sym typeface="Holiday"/>
              </a:rPr>
              <a:t>Why Choose Us 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7686" y="5676595"/>
            <a:ext cx="7183086" cy="1162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1799">
                <a:solidFill>
                  <a:srgbClr val="404041">
                    <a:alpha val="6274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7686" y="7553528"/>
            <a:ext cx="3314310" cy="1552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1799">
                <a:solidFill>
                  <a:srgbClr val="404041">
                    <a:alpha val="6274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34162" y="7553528"/>
            <a:ext cx="3314310" cy="1552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1799">
                <a:solidFill>
                  <a:srgbClr val="404041">
                    <a:alpha val="6274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97686" y="4999335"/>
            <a:ext cx="552593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404041"/>
                </a:solidFill>
                <a:latin typeface="Poppins Bold"/>
                <a:ea typeface="Poppins Bold"/>
                <a:cs typeface="Poppins Bold"/>
                <a:sym typeface="Poppins Bold"/>
              </a:rPr>
              <a:t>Hair Treatment Salon Presentation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18149" y="469798"/>
            <a:ext cx="559075" cy="798678"/>
          </a:xfrm>
          <a:custGeom>
            <a:avLst/>
            <a:gdLst/>
            <a:ahLst/>
            <a:cxnLst/>
            <a:rect r="r" b="b" t="t" l="l"/>
            <a:pathLst>
              <a:path h="798678" w="559075">
                <a:moveTo>
                  <a:pt x="0" y="0"/>
                </a:moveTo>
                <a:lnTo>
                  <a:pt x="559075" y="0"/>
                </a:lnTo>
                <a:lnTo>
                  <a:pt x="559075" y="798678"/>
                </a:lnTo>
                <a:lnTo>
                  <a:pt x="0" y="7986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27829" y="652920"/>
            <a:ext cx="254137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816053"/>
                </a:solidFill>
                <a:latin typeface="Poppins Bold"/>
                <a:ea typeface="Poppins Bold"/>
                <a:cs typeface="Poppins Bold"/>
                <a:sym typeface="Poppins Bold"/>
              </a:rPr>
              <a:t>Hair Treatment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904347" y="7899172"/>
            <a:ext cx="4229616" cy="3357258"/>
          </a:xfrm>
          <a:custGeom>
            <a:avLst/>
            <a:gdLst/>
            <a:ahLst/>
            <a:cxnLst/>
            <a:rect r="r" b="b" t="t" l="l"/>
            <a:pathLst>
              <a:path h="3357258" w="4229616">
                <a:moveTo>
                  <a:pt x="0" y="0"/>
                </a:moveTo>
                <a:lnTo>
                  <a:pt x="4229616" y="0"/>
                </a:lnTo>
                <a:lnTo>
                  <a:pt x="4229616" y="3357257"/>
                </a:lnTo>
                <a:lnTo>
                  <a:pt x="0" y="33572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97686" y="2891305"/>
            <a:ext cx="7258248" cy="147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4"/>
              </a:lnSpc>
            </a:pPr>
            <a:r>
              <a:rPr lang="en-US" sz="8146" b="true">
                <a:solidFill>
                  <a:srgbClr val="816053"/>
                </a:solidFill>
                <a:latin typeface="Poppins Bold"/>
                <a:ea typeface="Poppins Bold"/>
                <a:cs typeface="Poppins Bold"/>
                <a:sym typeface="Poppins Bold"/>
              </a:rPr>
              <a:t>BEST SALON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338594" y="2207246"/>
            <a:ext cx="4497660" cy="6352061"/>
            <a:chOff x="0" y="0"/>
            <a:chExt cx="1184569" cy="16729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84569" cy="1672971"/>
            </a:xfrm>
            <a:custGeom>
              <a:avLst/>
              <a:gdLst/>
              <a:ahLst/>
              <a:cxnLst/>
              <a:rect r="r" b="b" t="t" l="l"/>
              <a:pathLst>
                <a:path h="1672971" w="1184569">
                  <a:moveTo>
                    <a:pt x="87787" y="0"/>
                  </a:moveTo>
                  <a:lnTo>
                    <a:pt x="1096781" y="0"/>
                  </a:lnTo>
                  <a:cubicBezTo>
                    <a:pt x="1145265" y="0"/>
                    <a:pt x="1184569" y="39304"/>
                    <a:pt x="1184569" y="87787"/>
                  </a:cubicBezTo>
                  <a:lnTo>
                    <a:pt x="1184569" y="1585184"/>
                  </a:lnTo>
                  <a:cubicBezTo>
                    <a:pt x="1184569" y="1608466"/>
                    <a:pt x="1175320" y="1630795"/>
                    <a:pt x="1158856" y="1647259"/>
                  </a:cubicBezTo>
                  <a:cubicBezTo>
                    <a:pt x="1142393" y="1663722"/>
                    <a:pt x="1120064" y="1672971"/>
                    <a:pt x="1096781" y="1672971"/>
                  </a:cubicBezTo>
                  <a:lnTo>
                    <a:pt x="87787" y="1672971"/>
                  </a:lnTo>
                  <a:cubicBezTo>
                    <a:pt x="64505" y="1672971"/>
                    <a:pt x="42176" y="1663722"/>
                    <a:pt x="25712" y="1647259"/>
                  </a:cubicBezTo>
                  <a:cubicBezTo>
                    <a:pt x="9249" y="1630795"/>
                    <a:pt x="0" y="1608466"/>
                    <a:pt x="0" y="1585184"/>
                  </a:cubicBezTo>
                  <a:lnTo>
                    <a:pt x="0" y="87787"/>
                  </a:lnTo>
                  <a:cubicBezTo>
                    <a:pt x="0" y="64505"/>
                    <a:pt x="9249" y="42176"/>
                    <a:pt x="25712" y="25712"/>
                  </a:cubicBezTo>
                  <a:cubicBezTo>
                    <a:pt x="42176" y="9249"/>
                    <a:pt x="64505" y="0"/>
                    <a:pt x="87787" y="0"/>
                  </a:cubicBezTo>
                  <a:close/>
                </a:path>
              </a:pathLst>
            </a:custGeom>
            <a:solidFill>
              <a:srgbClr val="81605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184569" cy="1730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51747" y="2207246"/>
            <a:ext cx="4497660" cy="6352061"/>
            <a:chOff x="0" y="0"/>
            <a:chExt cx="1184569" cy="16729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84569" cy="1672971"/>
            </a:xfrm>
            <a:custGeom>
              <a:avLst/>
              <a:gdLst/>
              <a:ahLst/>
              <a:cxnLst/>
              <a:rect r="r" b="b" t="t" l="l"/>
              <a:pathLst>
                <a:path h="1672971" w="1184569">
                  <a:moveTo>
                    <a:pt x="87787" y="0"/>
                  </a:moveTo>
                  <a:lnTo>
                    <a:pt x="1096781" y="0"/>
                  </a:lnTo>
                  <a:cubicBezTo>
                    <a:pt x="1145265" y="0"/>
                    <a:pt x="1184569" y="39304"/>
                    <a:pt x="1184569" y="87787"/>
                  </a:cubicBezTo>
                  <a:lnTo>
                    <a:pt x="1184569" y="1585184"/>
                  </a:lnTo>
                  <a:cubicBezTo>
                    <a:pt x="1184569" y="1608466"/>
                    <a:pt x="1175320" y="1630795"/>
                    <a:pt x="1158856" y="1647259"/>
                  </a:cubicBezTo>
                  <a:cubicBezTo>
                    <a:pt x="1142393" y="1663722"/>
                    <a:pt x="1120064" y="1672971"/>
                    <a:pt x="1096781" y="1672971"/>
                  </a:cubicBezTo>
                  <a:lnTo>
                    <a:pt x="87787" y="1672971"/>
                  </a:lnTo>
                  <a:cubicBezTo>
                    <a:pt x="64505" y="1672971"/>
                    <a:pt x="42176" y="1663722"/>
                    <a:pt x="25712" y="1647259"/>
                  </a:cubicBezTo>
                  <a:cubicBezTo>
                    <a:pt x="9249" y="1630795"/>
                    <a:pt x="0" y="1608466"/>
                    <a:pt x="0" y="1585184"/>
                  </a:cubicBezTo>
                  <a:lnTo>
                    <a:pt x="0" y="87787"/>
                  </a:lnTo>
                  <a:cubicBezTo>
                    <a:pt x="0" y="64505"/>
                    <a:pt x="9249" y="42176"/>
                    <a:pt x="25712" y="25712"/>
                  </a:cubicBezTo>
                  <a:cubicBezTo>
                    <a:pt x="42176" y="9249"/>
                    <a:pt x="64505" y="0"/>
                    <a:pt x="87787" y="0"/>
                  </a:cubicBezTo>
                  <a:close/>
                </a:path>
              </a:pathLst>
            </a:custGeom>
            <a:solidFill>
              <a:srgbClr val="81605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184569" cy="1730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63175" y="1268476"/>
            <a:ext cx="4497660" cy="8229600"/>
            <a:chOff x="0" y="0"/>
            <a:chExt cx="1184569" cy="2167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84569" cy="2167467"/>
            </a:xfrm>
            <a:custGeom>
              <a:avLst/>
              <a:gdLst/>
              <a:ahLst/>
              <a:cxnLst/>
              <a:rect r="r" b="b" t="t" l="l"/>
              <a:pathLst>
                <a:path h="2167467" w="1184569">
                  <a:moveTo>
                    <a:pt x="87787" y="0"/>
                  </a:moveTo>
                  <a:lnTo>
                    <a:pt x="1096781" y="0"/>
                  </a:lnTo>
                  <a:cubicBezTo>
                    <a:pt x="1145265" y="0"/>
                    <a:pt x="1184569" y="39304"/>
                    <a:pt x="1184569" y="87787"/>
                  </a:cubicBezTo>
                  <a:lnTo>
                    <a:pt x="1184569" y="2079679"/>
                  </a:lnTo>
                  <a:cubicBezTo>
                    <a:pt x="1184569" y="2102962"/>
                    <a:pt x="1175320" y="2125291"/>
                    <a:pt x="1158856" y="2141754"/>
                  </a:cubicBezTo>
                  <a:cubicBezTo>
                    <a:pt x="1142393" y="2158218"/>
                    <a:pt x="1120064" y="2167467"/>
                    <a:pt x="1096781" y="2167467"/>
                  </a:cubicBezTo>
                  <a:lnTo>
                    <a:pt x="87787" y="2167467"/>
                  </a:lnTo>
                  <a:cubicBezTo>
                    <a:pt x="64505" y="2167467"/>
                    <a:pt x="42176" y="2158218"/>
                    <a:pt x="25712" y="2141754"/>
                  </a:cubicBezTo>
                  <a:cubicBezTo>
                    <a:pt x="9249" y="2125291"/>
                    <a:pt x="0" y="2102962"/>
                    <a:pt x="0" y="2079679"/>
                  </a:cubicBezTo>
                  <a:lnTo>
                    <a:pt x="0" y="87787"/>
                  </a:lnTo>
                  <a:cubicBezTo>
                    <a:pt x="0" y="64505"/>
                    <a:pt x="9249" y="42176"/>
                    <a:pt x="25712" y="25712"/>
                  </a:cubicBezTo>
                  <a:cubicBezTo>
                    <a:pt x="42176" y="9249"/>
                    <a:pt x="64505" y="0"/>
                    <a:pt x="87787" y="0"/>
                  </a:cubicBezTo>
                  <a:close/>
                </a:path>
              </a:pathLst>
            </a:custGeom>
            <a:solidFill>
              <a:srgbClr val="BF922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184569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18149" y="469798"/>
            <a:ext cx="559075" cy="798678"/>
          </a:xfrm>
          <a:custGeom>
            <a:avLst/>
            <a:gdLst/>
            <a:ahLst/>
            <a:cxnLst/>
            <a:rect r="r" b="b" t="t" l="l"/>
            <a:pathLst>
              <a:path h="798678" w="559075">
                <a:moveTo>
                  <a:pt x="0" y="0"/>
                </a:moveTo>
                <a:lnTo>
                  <a:pt x="559075" y="0"/>
                </a:lnTo>
                <a:lnTo>
                  <a:pt x="559075" y="798678"/>
                </a:lnTo>
                <a:lnTo>
                  <a:pt x="0" y="7986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173192" y="-1068668"/>
            <a:ext cx="4229616" cy="3357258"/>
          </a:xfrm>
          <a:custGeom>
            <a:avLst/>
            <a:gdLst/>
            <a:ahLst/>
            <a:cxnLst/>
            <a:rect r="r" b="b" t="t" l="l"/>
            <a:pathLst>
              <a:path h="3357258" w="4229616">
                <a:moveTo>
                  <a:pt x="0" y="0"/>
                </a:moveTo>
                <a:lnTo>
                  <a:pt x="4229616" y="0"/>
                </a:lnTo>
                <a:lnTo>
                  <a:pt x="4229616" y="3357257"/>
                </a:lnTo>
                <a:lnTo>
                  <a:pt x="0" y="33572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851867" y="4607095"/>
            <a:ext cx="2714411" cy="123382"/>
          </a:xfrm>
          <a:custGeom>
            <a:avLst/>
            <a:gdLst/>
            <a:ahLst/>
            <a:cxnLst/>
            <a:rect r="r" b="b" t="t" l="l"/>
            <a:pathLst>
              <a:path h="123382" w="2714411">
                <a:moveTo>
                  <a:pt x="0" y="0"/>
                </a:moveTo>
                <a:lnTo>
                  <a:pt x="2714410" y="0"/>
                </a:lnTo>
                <a:lnTo>
                  <a:pt x="2714410" y="123382"/>
                </a:lnTo>
                <a:lnTo>
                  <a:pt x="0" y="1233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851867" y="7784222"/>
            <a:ext cx="2714411" cy="123382"/>
          </a:xfrm>
          <a:custGeom>
            <a:avLst/>
            <a:gdLst/>
            <a:ahLst/>
            <a:cxnLst/>
            <a:rect r="r" b="b" t="t" l="l"/>
            <a:pathLst>
              <a:path h="123382" w="2714411">
                <a:moveTo>
                  <a:pt x="0" y="0"/>
                </a:moveTo>
                <a:lnTo>
                  <a:pt x="2714410" y="0"/>
                </a:lnTo>
                <a:lnTo>
                  <a:pt x="2714410" y="123382"/>
                </a:lnTo>
                <a:lnTo>
                  <a:pt x="0" y="1233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855935" y="4607095"/>
            <a:ext cx="2714411" cy="123382"/>
          </a:xfrm>
          <a:custGeom>
            <a:avLst/>
            <a:gdLst/>
            <a:ahLst/>
            <a:cxnLst/>
            <a:rect r="r" b="b" t="t" l="l"/>
            <a:pathLst>
              <a:path h="123382" w="2714411">
                <a:moveTo>
                  <a:pt x="0" y="0"/>
                </a:moveTo>
                <a:lnTo>
                  <a:pt x="2714410" y="0"/>
                </a:lnTo>
                <a:lnTo>
                  <a:pt x="2714410" y="123382"/>
                </a:lnTo>
                <a:lnTo>
                  <a:pt x="0" y="1233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855935" y="7784222"/>
            <a:ext cx="2714411" cy="123382"/>
          </a:xfrm>
          <a:custGeom>
            <a:avLst/>
            <a:gdLst/>
            <a:ahLst/>
            <a:cxnLst/>
            <a:rect r="r" b="b" t="t" l="l"/>
            <a:pathLst>
              <a:path h="123382" w="2714411">
                <a:moveTo>
                  <a:pt x="0" y="0"/>
                </a:moveTo>
                <a:lnTo>
                  <a:pt x="2714410" y="0"/>
                </a:lnTo>
                <a:lnTo>
                  <a:pt x="2714410" y="123382"/>
                </a:lnTo>
                <a:lnTo>
                  <a:pt x="0" y="1233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854799" y="4273962"/>
            <a:ext cx="2714411" cy="123382"/>
          </a:xfrm>
          <a:custGeom>
            <a:avLst/>
            <a:gdLst/>
            <a:ahLst/>
            <a:cxnLst/>
            <a:rect r="r" b="b" t="t" l="l"/>
            <a:pathLst>
              <a:path h="123382" w="2714411">
                <a:moveTo>
                  <a:pt x="0" y="0"/>
                </a:moveTo>
                <a:lnTo>
                  <a:pt x="2714411" y="0"/>
                </a:lnTo>
                <a:lnTo>
                  <a:pt x="2714411" y="123382"/>
                </a:lnTo>
                <a:lnTo>
                  <a:pt x="0" y="1233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854799" y="8959029"/>
            <a:ext cx="2714411" cy="123382"/>
          </a:xfrm>
          <a:custGeom>
            <a:avLst/>
            <a:gdLst/>
            <a:ahLst/>
            <a:cxnLst/>
            <a:rect r="r" b="b" t="t" l="l"/>
            <a:pathLst>
              <a:path h="123382" w="2714411">
                <a:moveTo>
                  <a:pt x="0" y="0"/>
                </a:moveTo>
                <a:lnTo>
                  <a:pt x="2714411" y="0"/>
                </a:lnTo>
                <a:lnTo>
                  <a:pt x="2714411" y="123383"/>
                </a:lnTo>
                <a:lnTo>
                  <a:pt x="0" y="1233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561347" y="2777186"/>
            <a:ext cx="3165306" cy="80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499">
                <a:solidFill>
                  <a:srgbClr val="EDE3DF"/>
                </a:solidFill>
                <a:latin typeface="Poppins Bold"/>
                <a:ea typeface="Poppins Bold"/>
                <a:cs typeface="Poppins Bold"/>
                <a:sym typeface="Poppins Bold"/>
              </a:rPr>
              <a:t>MEMBER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30487" y="3288785"/>
            <a:ext cx="3165306" cy="80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499">
                <a:solidFill>
                  <a:srgbClr val="EDE3DF"/>
                </a:solidFill>
                <a:latin typeface="Poppins Bold"/>
                <a:ea typeface="Poppins Bold"/>
                <a:cs typeface="Poppins Bold"/>
                <a:sym typeface="Poppins Bold"/>
              </a:rPr>
              <a:t>MEMBER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626419" y="3288785"/>
            <a:ext cx="3165306" cy="80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499">
                <a:solidFill>
                  <a:srgbClr val="EDE3DF"/>
                </a:solidFill>
                <a:latin typeface="Poppins Bold"/>
                <a:ea typeface="Poppins Bold"/>
                <a:cs typeface="Poppins Bold"/>
                <a:sym typeface="Poppins Bold"/>
              </a:rPr>
              <a:t>MEMBER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61347" y="2265588"/>
            <a:ext cx="3165306" cy="80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499">
                <a:solidFill>
                  <a:srgbClr val="EDE3DF"/>
                </a:solidFill>
                <a:latin typeface="Poppins Bold"/>
                <a:ea typeface="Poppins Bold"/>
                <a:cs typeface="Poppins Bold"/>
                <a:sym typeface="Poppins Bold"/>
              </a:rPr>
              <a:t>PREMIUM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30487" y="2777186"/>
            <a:ext cx="3165306" cy="80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499">
                <a:solidFill>
                  <a:srgbClr val="EDE3DF"/>
                </a:solidFill>
                <a:latin typeface="Poppins Bold"/>
                <a:ea typeface="Poppins Bold"/>
                <a:cs typeface="Poppins Bold"/>
                <a:sym typeface="Poppins Bold"/>
              </a:rPr>
              <a:t>SPECIAL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626419" y="2777186"/>
            <a:ext cx="3165306" cy="80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499">
                <a:solidFill>
                  <a:srgbClr val="EDE3DF"/>
                </a:solidFill>
                <a:latin typeface="Poppins Bold"/>
                <a:ea typeface="Poppins Bold"/>
                <a:cs typeface="Poppins Bold"/>
                <a:sym typeface="Poppins Bold"/>
              </a:rPr>
              <a:t>REGULAR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27829" y="652920"/>
            <a:ext cx="254137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816053"/>
                </a:solidFill>
                <a:latin typeface="Poppins Bold"/>
                <a:ea typeface="Poppins Bold"/>
                <a:cs typeface="Poppins Bold"/>
                <a:sym typeface="Poppins Bold"/>
              </a:rPr>
              <a:t>Hair Treatment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3673312" y="4986590"/>
            <a:ext cx="417015" cy="396686"/>
          </a:xfrm>
          <a:custGeom>
            <a:avLst/>
            <a:gdLst/>
            <a:ahLst/>
            <a:cxnLst/>
            <a:rect r="r" b="b" t="t" l="l"/>
            <a:pathLst>
              <a:path h="396686" w="417015">
                <a:moveTo>
                  <a:pt x="0" y="0"/>
                </a:moveTo>
                <a:lnTo>
                  <a:pt x="417015" y="0"/>
                </a:lnTo>
                <a:lnTo>
                  <a:pt x="417015" y="396686"/>
                </a:lnTo>
                <a:lnTo>
                  <a:pt x="0" y="39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4331597" y="4968716"/>
            <a:ext cx="24132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EDE3DF"/>
                </a:solidFill>
                <a:latin typeface="Poppins Bold"/>
                <a:ea typeface="Poppins Bold"/>
                <a:cs typeface="Poppins Bold"/>
                <a:sym typeface="Poppins Bold"/>
              </a:rPr>
              <a:t>Gift Voucher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7676244" y="4721366"/>
            <a:ext cx="417015" cy="396686"/>
          </a:xfrm>
          <a:custGeom>
            <a:avLst/>
            <a:gdLst/>
            <a:ahLst/>
            <a:cxnLst/>
            <a:rect r="r" b="b" t="t" l="l"/>
            <a:pathLst>
              <a:path h="396686" w="417015">
                <a:moveTo>
                  <a:pt x="0" y="0"/>
                </a:moveTo>
                <a:lnTo>
                  <a:pt x="417016" y="0"/>
                </a:lnTo>
                <a:lnTo>
                  <a:pt x="417016" y="396686"/>
                </a:lnTo>
                <a:lnTo>
                  <a:pt x="0" y="39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334530" y="4703492"/>
            <a:ext cx="24132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EDE3DF"/>
                </a:solidFill>
                <a:latin typeface="Poppins Bold"/>
                <a:ea typeface="Poppins Bold"/>
                <a:cs typeface="Poppins Bold"/>
                <a:sym typeface="Poppins Bold"/>
              </a:rPr>
              <a:t>Gift Voucher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1679910" y="4986590"/>
            <a:ext cx="417015" cy="396686"/>
          </a:xfrm>
          <a:custGeom>
            <a:avLst/>
            <a:gdLst/>
            <a:ahLst/>
            <a:cxnLst/>
            <a:rect r="r" b="b" t="t" l="l"/>
            <a:pathLst>
              <a:path h="396686" w="417015">
                <a:moveTo>
                  <a:pt x="0" y="0"/>
                </a:moveTo>
                <a:lnTo>
                  <a:pt x="417015" y="0"/>
                </a:lnTo>
                <a:lnTo>
                  <a:pt x="417015" y="396686"/>
                </a:lnTo>
                <a:lnTo>
                  <a:pt x="0" y="39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2338195" y="4968716"/>
            <a:ext cx="24132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EDE3DF"/>
                </a:solidFill>
                <a:latin typeface="Poppins Bold"/>
                <a:ea typeface="Poppins Bold"/>
                <a:cs typeface="Poppins Bold"/>
                <a:sym typeface="Poppins Bold"/>
              </a:rPr>
              <a:t>Gift Voucher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3673312" y="5691251"/>
            <a:ext cx="417015" cy="396686"/>
          </a:xfrm>
          <a:custGeom>
            <a:avLst/>
            <a:gdLst/>
            <a:ahLst/>
            <a:cxnLst/>
            <a:rect r="r" b="b" t="t" l="l"/>
            <a:pathLst>
              <a:path h="396686" w="417015">
                <a:moveTo>
                  <a:pt x="0" y="0"/>
                </a:moveTo>
                <a:lnTo>
                  <a:pt x="417015" y="0"/>
                </a:lnTo>
                <a:lnTo>
                  <a:pt x="417015" y="396686"/>
                </a:lnTo>
                <a:lnTo>
                  <a:pt x="0" y="39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4331597" y="5673377"/>
            <a:ext cx="24132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EDE3DF"/>
                </a:solidFill>
                <a:latin typeface="Poppins Bold"/>
                <a:ea typeface="Poppins Bold"/>
                <a:cs typeface="Poppins Bold"/>
                <a:sym typeface="Poppins Bold"/>
              </a:rPr>
              <a:t>Booking Place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7676244" y="5581680"/>
            <a:ext cx="417015" cy="396686"/>
          </a:xfrm>
          <a:custGeom>
            <a:avLst/>
            <a:gdLst/>
            <a:ahLst/>
            <a:cxnLst/>
            <a:rect r="r" b="b" t="t" l="l"/>
            <a:pathLst>
              <a:path h="396686" w="417015">
                <a:moveTo>
                  <a:pt x="0" y="0"/>
                </a:moveTo>
                <a:lnTo>
                  <a:pt x="417016" y="0"/>
                </a:lnTo>
                <a:lnTo>
                  <a:pt x="417016" y="396686"/>
                </a:lnTo>
                <a:lnTo>
                  <a:pt x="0" y="39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8334530" y="5563806"/>
            <a:ext cx="24132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EDE3DF"/>
                </a:solidFill>
                <a:latin typeface="Poppins Bold"/>
                <a:ea typeface="Poppins Bold"/>
                <a:cs typeface="Poppins Bold"/>
                <a:sym typeface="Poppins Bold"/>
              </a:rPr>
              <a:t>Booking Place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1679910" y="5691251"/>
            <a:ext cx="417015" cy="396686"/>
          </a:xfrm>
          <a:custGeom>
            <a:avLst/>
            <a:gdLst/>
            <a:ahLst/>
            <a:cxnLst/>
            <a:rect r="r" b="b" t="t" l="l"/>
            <a:pathLst>
              <a:path h="396686" w="417015">
                <a:moveTo>
                  <a:pt x="0" y="0"/>
                </a:moveTo>
                <a:lnTo>
                  <a:pt x="417015" y="0"/>
                </a:lnTo>
                <a:lnTo>
                  <a:pt x="417015" y="396686"/>
                </a:lnTo>
                <a:lnTo>
                  <a:pt x="0" y="39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2338195" y="5673377"/>
            <a:ext cx="24132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EDE3DF"/>
                </a:solidFill>
                <a:latin typeface="Poppins Bold"/>
                <a:ea typeface="Poppins Bold"/>
                <a:cs typeface="Poppins Bold"/>
                <a:sym typeface="Poppins Bold"/>
              </a:rPr>
              <a:t>Booking Place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7676244" y="6441994"/>
            <a:ext cx="417015" cy="396686"/>
          </a:xfrm>
          <a:custGeom>
            <a:avLst/>
            <a:gdLst/>
            <a:ahLst/>
            <a:cxnLst/>
            <a:rect r="r" b="b" t="t" l="l"/>
            <a:pathLst>
              <a:path h="396686" w="417015">
                <a:moveTo>
                  <a:pt x="0" y="0"/>
                </a:moveTo>
                <a:lnTo>
                  <a:pt x="417016" y="0"/>
                </a:lnTo>
                <a:lnTo>
                  <a:pt x="417016" y="396686"/>
                </a:lnTo>
                <a:lnTo>
                  <a:pt x="0" y="39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8334530" y="6424119"/>
            <a:ext cx="268558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EDE3DF"/>
                </a:solidFill>
                <a:latin typeface="Poppins Bold"/>
                <a:ea typeface="Poppins Bold"/>
                <a:cs typeface="Poppins Bold"/>
                <a:sym typeface="Poppins Bold"/>
              </a:rPr>
              <a:t>Free Hair Vitamin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1679910" y="6395912"/>
            <a:ext cx="417015" cy="396686"/>
          </a:xfrm>
          <a:custGeom>
            <a:avLst/>
            <a:gdLst/>
            <a:ahLst/>
            <a:cxnLst/>
            <a:rect r="r" b="b" t="t" l="l"/>
            <a:pathLst>
              <a:path h="396686" w="417015">
                <a:moveTo>
                  <a:pt x="0" y="0"/>
                </a:moveTo>
                <a:lnTo>
                  <a:pt x="417015" y="0"/>
                </a:lnTo>
                <a:lnTo>
                  <a:pt x="417015" y="396686"/>
                </a:lnTo>
                <a:lnTo>
                  <a:pt x="0" y="39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2338195" y="6378038"/>
            <a:ext cx="2546366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EDE3DF"/>
                </a:solidFill>
                <a:latin typeface="Poppins Bold"/>
                <a:ea typeface="Poppins Bold"/>
                <a:cs typeface="Poppins Bold"/>
                <a:sym typeface="Poppins Bold"/>
              </a:rPr>
              <a:t>Free Hair Vitamin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7676244" y="7302307"/>
            <a:ext cx="417015" cy="396686"/>
          </a:xfrm>
          <a:custGeom>
            <a:avLst/>
            <a:gdLst/>
            <a:ahLst/>
            <a:cxnLst/>
            <a:rect r="r" b="b" t="t" l="l"/>
            <a:pathLst>
              <a:path h="396686" w="417015">
                <a:moveTo>
                  <a:pt x="0" y="0"/>
                </a:moveTo>
                <a:lnTo>
                  <a:pt x="417016" y="0"/>
                </a:lnTo>
                <a:lnTo>
                  <a:pt x="417016" y="396686"/>
                </a:lnTo>
                <a:lnTo>
                  <a:pt x="0" y="39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8334530" y="7284433"/>
            <a:ext cx="2854183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EDE3DF"/>
                </a:solidFill>
                <a:latin typeface="Poppins Bold"/>
                <a:ea typeface="Poppins Bold"/>
                <a:cs typeface="Poppins Bold"/>
                <a:sym typeface="Poppins Bold"/>
              </a:rPr>
              <a:t>Free Drink &amp; Snack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7676244" y="8162621"/>
            <a:ext cx="417015" cy="396686"/>
          </a:xfrm>
          <a:custGeom>
            <a:avLst/>
            <a:gdLst/>
            <a:ahLst/>
            <a:cxnLst/>
            <a:rect r="r" b="b" t="t" l="l"/>
            <a:pathLst>
              <a:path h="396686" w="417015">
                <a:moveTo>
                  <a:pt x="0" y="0"/>
                </a:moveTo>
                <a:lnTo>
                  <a:pt x="417016" y="0"/>
                </a:lnTo>
                <a:lnTo>
                  <a:pt x="417016" y="396686"/>
                </a:lnTo>
                <a:lnTo>
                  <a:pt x="0" y="39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8334530" y="8144747"/>
            <a:ext cx="24132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EDE3DF"/>
                </a:solidFill>
                <a:latin typeface="Poppins Bold"/>
                <a:ea typeface="Poppins Bold"/>
                <a:cs typeface="Poppins Bold"/>
                <a:sym typeface="Poppins Bold"/>
              </a:rPr>
              <a:t>Private Room</a:t>
            </a:r>
          </a:p>
        </p:txBody>
      </p:sp>
      <p:sp>
        <p:nvSpPr>
          <p:cNvPr name="AutoShape 47" id="47"/>
          <p:cNvSpPr/>
          <p:nvPr/>
        </p:nvSpPr>
        <p:spPr>
          <a:xfrm>
            <a:off x="3881819" y="7298916"/>
            <a:ext cx="2572693" cy="0"/>
          </a:xfrm>
          <a:prstGeom prst="line">
            <a:avLst/>
          </a:prstGeom>
          <a:ln cap="flat" w="19050">
            <a:solidFill>
              <a:srgbClr val="EDE3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11855935" y="7298916"/>
            <a:ext cx="2572693" cy="0"/>
          </a:xfrm>
          <a:prstGeom prst="line">
            <a:avLst/>
          </a:prstGeom>
          <a:ln cap="flat" w="19050">
            <a:solidFill>
              <a:srgbClr val="EDE3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 flipV="true">
            <a:off x="3881819" y="6603780"/>
            <a:ext cx="2572693" cy="0"/>
          </a:xfrm>
          <a:prstGeom prst="line">
            <a:avLst/>
          </a:prstGeom>
          <a:ln cap="flat" w="19050">
            <a:solidFill>
              <a:srgbClr val="EDE3D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3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329549"/>
            <a:ext cx="8418734" cy="5627902"/>
            <a:chOff x="0" y="0"/>
            <a:chExt cx="11224978" cy="7503869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5824" r="21743" b="5655"/>
            <a:stretch>
              <a:fillRect/>
            </a:stretch>
          </p:blipFill>
          <p:spPr>
            <a:xfrm flipH="false" flipV="false">
              <a:off x="0" y="0"/>
              <a:ext cx="11224978" cy="7503869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8088595" y="2329549"/>
            <a:ext cx="10199405" cy="5627902"/>
            <a:chOff x="0" y="0"/>
            <a:chExt cx="2686263" cy="14822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86263" cy="1482246"/>
            </a:xfrm>
            <a:custGeom>
              <a:avLst/>
              <a:gdLst/>
              <a:ahLst/>
              <a:cxnLst/>
              <a:rect r="r" b="b" t="t" l="l"/>
              <a:pathLst>
                <a:path h="1482246" w="2686263">
                  <a:moveTo>
                    <a:pt x="0" y="0"/>
                  </a:moveTo>
                  <a:lnTo>
                    <a:pt x="2686263" y="0"/>
                  </a:lnTo>
                  <a:lnTo>
                    <a:pt x="2686263" y="1482246"/>
                  </a:lnTo>
                  <a:lnTo>
                    <a:pt x="0" y="1482246"/>
                  </a:lnTo>
                  <a:close/>
                </a:path>
              </a:pathLst>
            </a:custGeom>
            <a:solidFill>
              <a:srgbClr val="BF922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686263" cy="1539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144000" y="5400274"/>
            <a:ext cx="1731189" cy="273843"/>
          </a:xfrm>
          <a:custGeom>
            <a:avLst/>
            <a:gdLst/>
            <a:ahLst/>
            <a:cxnLst/>
            <a:rect r="r" b="b" t="t" l="l"/>
            <a:pathLst>
              <a:path h="273843" w="1731189">
                <a:moveTo>
                  <a:pt x="0" y="0"/>
                </a:moveTo>
                <a:lnTo>
                  <a:pt x="1731189" y="0"/>
                </a:lnTo>
                <a:lnTo>
                  <a:pt x="1731189" y="273843"/>
                </a:lnTo>
                <a:lnTo>
                  <a:pt x="0" y="2738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44000" y="2691751"/>
            <a:ext cx="6365523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19"/>
              </a:lnSpc>
            </a:pPr>
            <a:r>
              <a:rPr lang="en-US" sz="6799">
                <a:solidFill>
                  <a:srgbClr val="1E1215"/>
                </a:solidFill>
                <a:latin typeface="Holiday"/>
                <a:ea typeface="Holiday"/>
                <a:cs typeface="Holiday"/>
                <a:sym typeface="Holiday"/>
              </a:rPr>
              <a:t>Our Member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3351250"/>
            <a:ext cx="7258248" cy="1479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04"/>
              </a:lnSpc>
            </a:pPr>
            <a:r>
              <a:rPr lang="en-US" sz="8146" b="true">
                <a:solidFill>
                  <a:srgbClr val="EDE3DF"/>
                </a:solidFill>
                <a:latin typeface="Poppins Bold"/>
                <a:ea typeface="Poppins Bold"/>
                <a:cs typeface="Poppins Bold"/>
                <a:sym typeface="Poppins Bold"/>
              </a:rPr>
              <a:t>TESTIMONY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6096382"/>
            <a:ext cx="6443544" cy="1162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1799">
                <a:solidFill>
                  <a:srgbClr val="EDE3D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18149" y="469798"/>
            <a:ext cx="559075" cy="798678"/>
          </a:xfrm>
          <a:custGeom>
            <a:avLst/>
            <a:gdLst/>
            <a:ahLst/>
            <a:cxnLst/>
            <a:rect r="r" b="b" t="t" l="l"/>
            <a:pathLst>
              <a:path h="798678" w="559075">
                <a:moveTo>
                  <a:pt x="0" y="0"/>
                </a:moveTo>
                <a:lnTo>
                  <a:pt x="559075" y="0"/>
                </a:lnTo>
                <a:lnTo>
                  <a:pt x="559075" y="798678"/>
                </a:lnTo>
                <a:lnTo>
                  <a:pt x="0" y="7986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27829" y="652920"/>
            <a:ext cx="254137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816053"/>
                </a:solidFill>
                <a:latin typeface="Poppins Bold"/>
                <a:ea typeface="Poppins Bold"/>
                <a:cs typeface="Poppins Bold"/>
                <a:sym typeface="Poppins Bold"/>
              </a:rPr>
              <a:t>Hair Treatment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587544" y="7957451"/>
            <a:ext cx="4229616" cy="3357258"/>
          </a:xfrm>
          <a:custGeom>
            <a:avLst/>
            <a:gdLst/>
            <a:ahLst/>
            <a:cxnLst/>
            <a:rect r="r" b="b" t="t" l="l"/>
            <a:pathLst>
              <a:path h="3357258" w="4229616">
                <a:moveTo>
                  <a:pt x="0" y="0"/>
                </a:moveTo>
                <a:lnTo>
                  <a:pt x="4229616" y="0"/>
                </a:lnTo>
                <a:lnTo>
                  <a:pt x="4229616" y="3357258"/>
                </a:lnTo>
                <a:lnTo>
                  <a:pt x="0" y="33572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11" r="0" b="-8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8149" y="629361"/>
            <a:ext cx="559075" cy="798678"/>
          </a:xfrm>
          <a:custGeom>
            <a:avLst/>
            <a:gdLst/>
            <a:ahLst/>
            <a:cxnLst/>
            <a:rect r="r" b="b" t="t" l="l"/>
            <a:pathLst>
              <a:path h="798678" w="559075">
                <a:moveTo>
                  <a:pt x="0" y="0"/>
                </a:moveTo>
                <a:lnTo>
                  <a:pt x="559075" y="0"/>
                </a:lnTo>
                <a:lnTo>
                  <a:pt x="559075" y="798678"/>
                </a:lnTo>
                <a:lnTo>
                  <a:pt x="0" y="7986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10581" y="2944669"/>
            <a:ext cx="646683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E2B093"/>
                </a:solidFill>
                <a:latin typeface="Holiday"/>
                <a:ea typeface="Holiday"/>
                <a:cs typeface="Holiday"/>
                <a:sym typeface="Holiday"/>
              </a:rPr>
              <a:t>Thank You For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68681" y="3763393"/>
            <a:ext cx="13150639" cy="2430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32"/>
              </a:lnSpc>
            </a:pPr>
            <a:r>
              <a:rPr lang="en-US" b="true" sz="1345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TRUSTING 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20203" y="7257001"/>
            <a:ext cx="10512825" cy="771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1"/>
              </a:lnSpc>
            </a:pPr>
            <a:r>
              <a:rPr lang="en-US" sz="1799">
                <a:solidFill>
                  <a:srgbClr val="FFFFFF">
                    <a:alpha val="6274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magna aliqua. Ut enim ad minim veniam.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13650" y="6744111"/>
            <a:ext cx="5525931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Hair Treatment Salon Presentation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36058" y="812483"/>
            <a:ext cx="2541378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 spc="2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Hair Treatment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DAHS66NmA54</dc:identifier>
  <dcterms:modified xsi:type="dcterms:W3CDTF">2011-08-01T06:04:30Z</dcterms:modified>
  <cp:revision>1</cp:revision>
</cp:coreProperties>
</file>